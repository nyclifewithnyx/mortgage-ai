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AI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Build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API  ·  Real-Time Voice  ·  DTI Qualification  ·  Countdown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640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VSCode + Python + Gemini Live API  ·  Your build: Antigravity prompt included separately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Product?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97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House Photo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2331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property image.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estimates value.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$21.95M demo price.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19659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097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78608" y="2331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API conducts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voice interview.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Interruptible, bidirectional.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14400"/>
            <a:ext cx="19659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097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Qualification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7448" y="2331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+ debts → DTI ratio.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/ Risky / Not Qualified.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on request.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14400"/>
            <a:ext cx="19659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097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Demo Moment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76288" y="2331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QUALIFIED triggers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5-4-3-2-1 voice + visual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for judges.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rule: All property estimation is NYC-only. Never shown to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Build: Start from Google's Demo App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build from scratch. Google has already published a complete working Gemini Live API app.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527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https://github.com/GoogleCloudPlatform/generative-ai.git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generative-ai/gemini/multimodal-live-api/native-audio-websocket-demo-apps/plain-js-python-sdk-demo-app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gemini_live.py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523744"/>
            <a:ext cx="10058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776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system_instruction with mortgage prompt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8412480" cy="365760"/>
          </a:xfrm>
          <a:prstGeom prst="rect">
            <a:avLst/>
          </a:prstGeom>
          <a:solidFill>
            <a:srgbClr val="0A1929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944368"/>
            <a:ext cx="100584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77640" y="28895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/api/qualify and /api/estimate routes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365760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frontend/index.html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3364992"/>
            <a:ext cx="100584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77640" y="3310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 upload section + result card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8412480" cy="365760"/>
          </a:xfrm>
          <a:prstGeom prst="rect">
            <a:avLst/>
          </a:prstGeom>
          <a:solidFill>
            <a:srgbClr val="0A1929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frontend/main.js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785616"/>
            <a:ext cx="100584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77640" y="3730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countdown animation + result display logic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51376"/>
            <a:ext cx="8412480" cy="365760"/>
          </a:xfrm>
          <a:prstGeom prst="rect">
            <a:avLst/>
          </a:prstGeom>
          <a:solidFill>
            <a:srgbClr val="0D213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gemini-client.js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4206240"/>
            <a:ext cx="10058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77640" y="4151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 — already complete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A1929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media-handler.js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4626864"/>
            <a:ext cx="10058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7764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capture and playback — already complete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API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1645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image upload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0" y="182880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828800" cy="16459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/api/qualify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/api/estimate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828800" cy="1645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-native-audio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182880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828800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engine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functions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about Gemini Live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3101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🎙️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3101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format: 16-bit PCM, 16kHz input / 24kHz output — the base repo handles this automatically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749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streaming: user can interrupt AI mid-sentence — built into the base 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1879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4187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gemini-2.5-flash-native-audio-preview — set in gemini_live.py CONFIG block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268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6268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key: set as environment variable GEMINI_API_KEY — never hardcode in source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7772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77724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house photo → Gemini Vision estimates value. Fallback: $21,950,000 demo price.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89304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53896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3898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3898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LTV · 20% down · 4% closing cost → AI states cash needed at closing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66544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00253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+ Payment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002536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rate (default 5.25%) → AI states monthly mortgage payment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7919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26151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261518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 gross income (required). AI confirms every numeric input before proceeding.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127248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9184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2278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227832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($40ea), student loans ($300ea), auto loans ($500ea) — AI uses defaults if unknown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739896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04488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38404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84048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score — ignore if unknown. Score ≤ 700 downgrades Qualified → Risky.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352544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517136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" y="44531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Countdown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77440" y="445312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→ Qualified / Risky / Not Qualified → countdown if Not Qualified → Path A or Path B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Math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loan_amount  = home_price × 0.80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down_payment = home_price × 0.20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closing_cost = loan_amount × 0.04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cash_at_close = down + closing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416052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3840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annual_rate / 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= 360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= loan_amount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= P × [r(1+r)ⁿ] / [(1+r)ⁿ − 1]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8549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8549640" cy="548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535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monthly_income     = annual_income / 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total_monthly_debt = mortgage + all other debts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                = total_monthly_debt / monthly_income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319272"/>
            <a:ext cx="1298448" cy="12801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355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38587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3319272"/>
            <a:ext cx="129844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355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38–42%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38587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3319272"/>
            <a:ext cx="1298448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33558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43%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385876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QUALIFIED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Logic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— Apply in this sequence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347472" cy="34747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≥ 43%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0" y="1271016"/>
            <a:ext cx="192024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710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QUALIFIED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86600" y="1188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override possible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6596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856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38–42%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1938528"/>
            <a:ext cx="19202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9385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86600" y="1856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good credit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78024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33472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52374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&lt; 38%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1920240" cy="40233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606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25237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result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45536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009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319125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≤ 700 AND result was Qualified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0" y="3273552"/>
            <a:ext cx="19202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2735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31912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applies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813048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968496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38587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unknown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0" y="3941064"/>
            <a:ext cx="192024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9410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3858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entirely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 — The Countdown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069080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Script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NOT qualified for this home."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slowly counts down: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"5..."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"4..."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"3..."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"2..."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"1..."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what you would need to qualify."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804672"/>
            <a:ext cx="4160520" cy="4069080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96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Behavior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46320" y="2304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46320" y="2807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38587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dark overlay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Animated, centered, bold red numbers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Fades to explanation screen after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Engine — "Why Am I Not Qualified?"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asks why they didn't qualify, the agent explains the specific cause in plain language.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07592"/>
            <a:ext cx="109728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07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≥ 43%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307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6642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Total monthly debt obligations (mortgage + existing debts) exceed 43% of gross monthly income. Most lenders decline at this ratio.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0208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Reduce monthly debts or increase income. Path B shows exact income gap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68880"/>
            <a:ext cx="10972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542032"/>
            <a:ext cx="109728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42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38–42%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Ratio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8986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DTI is in a gray zone. Higher-risk borrower. May face higher interest rates or stricter loan conditions.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2552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Paying down debt to under 38% DTI moves result to Qualified.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03320"/>
            <a:ext cx="10972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776472"/>
            <a:ext cx="109728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76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≤ 700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91640" y="3776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1330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 Credit score at or below 700. Even if income supports the payment, lenders see elevated risk.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44897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Score above 700 + DTI under 38% = Qualified.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690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778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Home Recommendation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Not Qualified or Risky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max affordable home price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estimated down payment + monthly payment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08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original home is out of range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381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Affordable option within budget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8679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Kennel in Astoria — humor moment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804672"/>
            <a:ext cx="4069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804672"/>
            <a:ext cx="40690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778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Gap Calculation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7190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wants to qualify for the target house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req_monthly = total_debt / 0.38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578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req_annual  = req_monthly × 12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30083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= req_annual − current (min 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4381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 dollar income gap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8679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optional debt reduction target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System Prompt — Replace in gemini_live.py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0D2137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mortgage affordability assistant for NYC properties.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(in order):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Ask for house photo → estimate value (NYC only, never say this)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Explain: 80% LTV, 20% down, 4% closing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Ask for rate (default 5.25%) → state monthly payment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Ask for W-2 gross income — confirm all numeric inputs before proceeding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5. Ask about business (collect NOI if yes)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 Ask debts: credit cards / student loans / auto loans (use defaults if unknown)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7. Ask credit score (ignore if "don't know")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8. Calculate DTI → Qualified / Risky / Not Qualified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9. If user asks WHY, explain the specific cause in plain language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If Not Qualified: say "You are NOT qualified." then count down: "5... 4... 3... 2... 1..."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After countdown: explain what user needs. Recommend Path A or Path B.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Path A with: "We found a lovely kennel in Astoria within your budget."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 DTI ≥ 43% = Not Qualified always. Credit ≤ 700 downgrades Qualified → Risky.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Priority &amp; Build Order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 this order: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run base app → confirm voice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810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system_instruction → mortgage conversation works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4505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mortgage.py + /api/qualify → math 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30906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countdown animation → visual trigger works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6732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730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 upload + $21.95M fallback → demo flow complete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777240"/>
            <a:ext cx="4023360" cy="4069080"/>
          </a:xfrm>
          <a:prstGeom prst="rect">
            <a:avLst/>
          </a:prstGeom>
          <a:solidFill>
            <a:srgbClr val="0D213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Reminders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2984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rewrite gemini-client.js or media-handler.js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18470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restriction is internal — never surface 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23957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$21,950,000 fallback is intentional — use it when image fails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29443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triggers only on Not Qualified result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493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Kennel joke is a planned demo moment — keep 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40416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demo — no real underwriting compliance needed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Mortgage AI Agent — Partner Build Guide</dc:title>
  <dc:subject>PptxGenJS Presentation</dc:subject>
  <dc:creator>PptxGenJS</dc:creator>
  <cp:lastModifiedBy>PptxGenJS</cp:lastModifiedBy>
  <cp:revision>1</cp:revision>
  <dcterms:created xsi:type="dcterms:W3CDTF">2026-03-08T05:47:13Z</dcterms:created>
  <dcterms:modified xsi:type="dcterms:W3CDTF">2026-03-08T05:47:13Z</dcterms:modified>
</cp:coreProperties>
</file>